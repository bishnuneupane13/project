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y="10287000" cx="18288000"/>
  <p:notesSz cx="18288000" cy="10287000"/>
  <p:defaultTextStyle>
    <a:defPPr>
      <a:defRPr kern="0"/>
    </a:def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32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8000" i="0">
                <a:solidFill>
                  <a:srgbClr val="1E1C1C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1048616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17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18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19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0" sz="8000" i="0">
                <a:solidFill>
                  <a:srgbClr val="1E1C1C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1048583" name="Holder 3"/>
          <p:cNvSpPr>
            <a:spLocks noGrp="1"/>
          </p:cNvSpPr>
          <p:nvPr>
            <p:ph type="body" idx="1"/>
          </p:nvPr>
        </p:nvSpPr>
        <p:spPr/>
        <p:txBody>
          <a:bodyPr bIns="0" lIns="0" rIns="0" tIns="0"/>
          <a:p/>
        </p:txBody>
      </p:sp>
      <p:sp>
        <p:nvSpPr>
          <p:cNvPr id="1048584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5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86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0" sz="8000" i="0">
                <a:solidFill>
                  <a:srgbClr val="1E1C1C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1048621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22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23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24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25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0" sz="8000" i="0">
                <a:solidFill>
                  <a:srgbClr val="1E1C1C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1048627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28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29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">
  <p:cSld name="Blank">
    <p:bg>
      <p:bgPr>
        <a:solidFill>
          <a:schemeClr val="bg1"/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9D27C"/>
          </a:solidFill>
        </p:spPr>
        <p:txBody>
          <a:bodyPr bIns="0" lIns="0" rIns="0" rtlCol="0" tIns="0" wrap="square"/>
          <a:p/>
        </p:txBody>
      </p:sp>
      <p:sp>
        <p:nvSpPr>
          <p:cNvPr id="1048610" name="bg object 17"/>
          <p:cNvSpPr/>
          <p:nvPr/>
        </p:nvSpPr>
        <p:spPr>
          <a:xfrm>
            <a:off x="0" y="0"/>
            <a:ext cx="7858125" cy="10287000"/>
          </a:xfrm>
          <a:custGeom>
            <a:avLst/>
            <a:ahLst/>
            <a:rect l="l" t="t" r="r" b="b"/>
            <a:pathLst>
              <a:path w="7858125" h="10287000">
                <a:moveTo>
                  <a:pt x="7858125" y="0"/>
                </a:moveTo>
                <a:lnTo>
                  <a:pt x="0" y="0"/>
                </a:lnTo>
                <a:lnTo>
                  <a:pt x="0" y="10287000"/>
                </a:lnTo>
                <a:lnTo>
                  <a:pt x="7858125" y="10287000"/>
                </a:lnTo>
                <a:lnTo>
                  <a:pt x="7858125" y="0"/>
                </a:lnTo>
                <a:close/>
              </a:path>
            </a:pathLst>
          </a:custGeom>
          <a:solidFill>
            <a:srgbClr val="232121"/>
          </a:solidFill>
        </p:spPr>
        <p:txBody>
          <a:bodyPr bIns="0" lIns="0" rIns="0" rtlCol="0" tIns="0" wrap="square"/>
          <a:p/>
        </p:txBody>
      </p:sp>
      <p:pic>
        <p:nvPicPr>
          <p:cNvPr id="2097163" name="bg object 18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202780" y="7741305"/>
            <a:ext cx="2002948" cy="2241007"/>
          </a:xfrm>
          <a:prstGeom prst="rect"/>
        </p:spPr>
      </p:pic>
      <p:pic>
        <p:nvPicPr>
          <p:cNvPr id="2097164" name="bg object 19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914400" y="1114425"/>
            <a:ext cx="5295900" cy="6858000"/>
          </a:xfrm>
          <a:prstGeom prst="rect"/>
        </p:spPr>
      </p:pic>
      <p:sp>
        <p:nvSpPr>
          <p:cNvPr id="1048611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12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13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9D27C"/>
          </a:solidFill>
        </p:spPr>
        <p:txBody>
          <a:bodyPr bIns="0" lIns="0" rIns="0" rtlCol="0" tIns="0" wrap="square"/>
          <a:p/>
        </p:txBody>
      </p:sp>
      <p:sp>
        <p:nvSpPr>
          <p:cNvPr id="1048577" name="Holder 2"/>
          <p:cNvSpPr>
            <a:spLocks noGrp="1"/>
          </p:cNvSpPr>
          <p:nvPr>
            <p:ph type="title"/>
          </p:nvPr>
        </p:nvSpPr>
        <p:spPr>
          <a:xfrm>
            <a:off x="654367" y="559371"/>
            <a:ext cx="5882005" cy="2270125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8000" i="0">
                <a:solidFill>
                  <a:srgbClr val="1E1C1C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1048578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79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0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81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/>
        </p:spPr>
        <p:txBody>
          <a:bodyPr bIns="0" lIns="0" rIns="0" tIns="0" wrap="square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048587" name="object 3" descr=""/>
            <p:cNvSpPr/>
            <p:nvPr/>
          </p:nvSpPr>
          <p:spPr>
            <a:xfrm>
              <a:off x="11201400" y="0"/>
              <a:ext cx="7086600" cy="10287000"/>
            </a:xfrm>
            <a:custGeom>
              <a:avLst/>
              <a:ahLst/>
              <a:rect l="l" t="t" r="r" b="b"/>
              <a:pathLst>
                <a:path w="7086600" h="10287000">
                  <a:moveTo>
                    <a:pt x="0" y="10287000"/>
                  </a:moveTo>
                  <a:lnTo>
                    <a:pt x="7086599" y="10287000"/>
                  </a:lnTo>
                  <a:lnTo>
                    <a:pt x="7086599" y="0"/>
                  </a:lnTo>
                  <a:lnTo>
                    <a:pt x="0" y="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9D27C"/>
            </a:solidFill>
          </p:spPr>
          <p:txBody>
            <a:bodyPr bIns="0" lIns="0" rIns="0" rtlCol="0" tIns="0" wrap="square"/>
            <a:p/>
          </p:txBody>
        </p:sp>
        <p:sp>
          <p:nvSpPr>
            <p:cNvPr id="1048588" name="object 4" descr=""/>
            <p:cNvSpPr/>
            <p:nvPr/>
          </p:nvSpPr>
          <p:spPr>
            <a:xfrm>
              <a:off x="0" y="0"/>
              <a:ext cx="11201400" cy="10287000"/>
            </a:xfrm>
            <a:custGeom>
              <a:avLst/>
              <a:ahLst/>
              <a:rect l="l" t="t" r="r" b="b"/>
              <a:pathLst>
                <a:path w="11201400" h="10287000">
                  <a:moveTo>
                    <a:pt x="11201400" y="10287000"/>
                  </a:moveTo>
                  <a:lnTo>
                    <a:pt x="11201400" y="0"/>
                  </a:lnTo>
                  <a:lnTo>
                    <a:pt x="0" y="0"/>
                  </a:lnTo>
                  <a:lnTo>
                    <a:pt x="0" y="10287000"/>
                  </a:lnTo>
                  <a:lnTo>
                    <a:pt x="11201400" y="10287000"/>
                  </a:lnTo>
                  <a:close/>
                </a:path>
              </a:pathLst>
            </a:custGeom>
            <a:solidFill>
              <a:srgbClr val="232121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2" name="object 5" descr="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12020550" y="933450"/>
              <a:ext cx="5524500" cy="5538089"/>
            </a:xfrm>
            <a:prstGeom prst="rect"/>
          </p:spPr>
        </p:pic>
      </p:grpSp>
      <p:sp>
        <p:nvSpPr>
          <p:cNvPr id="1048589" name="object 6"/>
          <p:cNvSpPr txBox="1">
            <a:spLocks noGrp="1"/>
          </p:cNvSpPr>
          <p:nvPr>
            <p:ph type="title"/>
          </p:nvPr>
        </p:nvSpPr>
        <p:spPr>
          <a:xfrm>
            <a:off x="662940" y="534289"/>
            <a:ext cx="8973820" cy="5396382"/>
          </a:xfrm>
          <a:prstGeom prst="rect"/>
        </p:spPr>
        <p:txBody>
          <a:bodyPr bIns="0" lIns="0" rIns="0" rtlCol="0" tIns="351790" vert="horz" wrap="square">
            <a:spAutoFit/>
          </a:bodyPr>
          <a:p>
            <a:pPr marL="12700" marR="5080">
              <a:lnSpc>
                <a:spcPct val="83800"/>
              </a:lnSpc>
              <a:spcBef>
                <a:spcPts val="2770"/>
              </a:spcBef>
            </a:pPr>
            <a:r>
              <a:rPr dirty="0" sz="13550" spc="-1120">
                <a:solidFill>
                  <a:srgbClr val="FFFFFF"/>
                </a:solidFill>
              </a:rPr>
              <a:t>E-</a:t>
            </a:r>
            <a:r>
              <a:rPr dirty="0" sz="13550" spc="-1125">
                <a:solidFill>
                  <a:srgbClr val="FFFFFF"/>
                </a:solidFill>
              </a:rPr>
              <a:t>C</a:t>
            </a:r>
            <a:r>
              <a:rPr dirty="0" sz="13550" spc="-1240">
                <a:solidFill>
                  <a:srgbClr val="FFFFFF"/>
                </a:solidFill>
              </a:rPr>
              <a:t>o</a:t>
            </a:r>
            <a:r>
              <a:rPr dirty="0" sz="13550" spc="-1185">
                <a:solidFill>
                  <a:srgbClr val="FFFFFF"/>
                </a:solidFill>
              </a:rPr>
              <a:t>mm</a:t>
            </a:r>
            <a:r>
              <a:rPr dirty="0" sz="13550" spc="-1160">
                <a:solidFill>
                  <a:srgbClr val="FFFFFF"/>
                </a:solidFill>
              </a:rPr>
              <a:t>e</a:t>
            </a:r>
            <a:r>
              <a:rPr dirty="0" sz="13550" spc="-1240">
                <a:solidFill>
                  <a:srgbClr val="FFFFFF"/>
                </a:solidFill>
              </a:rPr>
              <a:t>r</a:t>
            </a:r>
            <a:r>
              <a:rPr dirty="0" sz="13550" spc="-1130">
                <a:solidFill>
                  <a:srgbClr val="FFFFFF"/>
                </a:solidFill>
              </a:rPr>
              <a:t>c</a:t>
            </a:r>
            <a:r>
              <a:rPr dirty="0" sz="13550" spc="-1245">
                <a:solidFill>
                  <a:srgbClr val="FFFFFF"/>
                </a:solidFill>
              </a:rPr>
              <a:t>e</a:t>
            </a:r>
            <a:r>
              <a:rPr dirty="0" sz="13550" spc="-645">
                <a:solidFill>
                  <a:srgbClr val="FFFFFF"/>
                </a:solidFill>
              </a:rPr>
              <a:t>,</a:t>
            </a:r>
            <a:r>
              <a:rPr dirty="0" sz="13550" spc="-1130">
                <a:solidFill>
                  <a:srgbClr val="FFFFFF"/>
                </a:solidFill>
              </a:rPr>
              <a:t> </a:t>
            </a:r>
            <a:r>
              <a:rPr dirty="0" sz="13550" spc="-1120">
                <a:solidFill>
                  <a:srgbClr val="FFFFFF"/>
                </a:solidFill>
              </a:rPr>
              <a:t>E-</a:t>
            </a:r>
            <a:r>
              <a:rPr dirty="0" sz="13550" spc="-1065">
                <a:solidFill>
                  <a:srgbClr val="FFFFFF"/>
                </a:solidFill>
              </a:rPr>
              <a:t>M</a:t>
            </a:r>
            <a:r>
              <a:rPr dirty="0" sz="13550" spc="-1000">
                <a:solidFill>
                  <a:srgbClr val="FFFFFF"/>
                </a:solidFill>
              </a:rPr>
              <a:t>e</a:t>
            </a:r>
            <a:r>
              <a:rPr dirty="0" sz="13550" spc="-1060">
                <a:solidFill>
                  <a:srgbClr val="FFFFFF"/>
                </a:solidFill>
              </a:rPr>
              <a:t>d</a:t>
            </a:r>
            <a:r>
              <a:rPr dirty="0" sz="13550" spc="-1015">
                <a:solidFill>
                  <a:srgbClr val="FFFFFF"/>
                </a:solidFill>
              </a:rPr>
              <a:t>i</a:t>
            </a:r>
            <a:r>
              <a:rPr dirty="0" sz="13550" spc="-969">
                <a:solidFill>
                  <a:srgbClr val="FFFFFF"/>
                </a:solidFill>
              </a:rPr>
              <a:t>c</a:t>
            </a:r>
            <a:r>
              <a:rPr dirty="0" sz="13550" spc="-1015">
                <a:solidFill>
                  <a:srgbClr val="FFFFFF"/>
                </a:solidFill>
              </a:rPr>
              <a:t>i</a:t>
            </a:r>
            <a:r>
              <a:rPr dirty="0" sz="13550" spc="-1095">
                <a:solidFill>
                  <a:srgbClr val="FFFFFF"/>
                </a:solidFill>
              </a:rPr>
              <a:t>n</a:t>
            </a:r>
            <a:r>
              <a:rPr dirty="0" sz="13550" spc="-1000">
                <a:solidFill>
                  <a:srgbClr val="FFFFFF"/>
                </a:solidFill>
              </a:rPr>
              <a:t>e</a:t>
            </a:r>
            <a:r>
              <a:rPr dirty="0" sz="13550" spc="-484">
                <a:solidFill>
                  <a:srgbClr val="FFFFFF"/>
                </a:solidFill>
              </a:rPr>
              <a:t>,</a:t>
            </a:r>
            <a:r>
              <a:rPr dirty="0" sz="13550" spc="-969">
                <a:solidFill>
                  <a:srgbClr val="FFFFFF"/>
                </a:solidFill>
              </a:rPr>
              <a:t> </a:t>
            </a:r>
            <a:r>
              <a:rPr dirty="0" sz="13550" spc="-1295">
                <a:solidFill>
                  <a:srgbClr val="FFFFFF"/>
                </a:solidFill>
              </a:rPr>
              <a:t>a</a:t>
            </a:r>
            <a:r>
              <a:rPr dirty="0" sz="13550" spc="-1250">
                <a:solidFill>
                  <a:srgbClr val="FFFFFF"/>
                </a:solidFill>
              </a:rPr>
              <a:t>n</a:t>
            </a:r>
            <a:r>
              <a:rPr dirty="0" sz="13550" spc="-735">
                <a:solidFill>
                  <a:srgbClr val="FFFFFF"/>
                </a:solidFill>
              </a:rPr>
              <a:t>d</a:t>
            </a:r>
            <a:endParaRPr sz="13550"/>
          </a:p>
        </p:txBody>
      </p:sp>
      <p:sp>
        <p:nvSpPr>
          <p:cNvPr id="1048590" name="object 7" descr=""/>
          <p:cNvSpPr txBox="1"/>
          <p:nvPr/>
        </p:nvSpPr>
        <p:spPr>
          <a:xfrm>
            <a:off x="654367" y="5720588"/>
            <a:ext cx="9288145" cy="3222625"/>
          </a:xfrm>
          <a:prstGeom prst="rect"/>
        </p:spPr>
        <p:txBody>
          <a:bodyPr bIns="0" lIns="0" rIns="0" rtlCol="0" tIns="17145" vert="horz" wrap="square">
            <a:spAutoFit/>
          </a:bodyPr>
          <a:p>
            <a:pPr marL="20955">
              <a:lnSpc>
                <a:spcPts val="16110"/>
              </a:lnSpc>
              <a:spcBef>
                <a:spcPts val="135"/>
              </a:spcBef>
            </a:pPr>
            <a:r>
              <a:rPr dirty="0" sz="13550" spc="-1120">
                <a:solidFill>
                  <a:srgbClr val="FFFFFF"/>
                </a:solidFill>
                <a:latin typeface="Georgia"/>
                <a:cs typeface="Georgia"/>
              </a:rPr>
              <a:t>E-</a:t>
            </a:r>
            <a:r>
              <a:rPr dirty="0" sz="13550" spc="-1085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r>
              <a:rPr dirty="0" sz="13550" spc="-1200">
                <a:solidFill>
                  <a:srgbClr val="FFFFFF"/>
                </a:solidFill>
                <a:latin typeface="Georgia"/>
                <a:cs typeface="Georgia"/>
              </a:rPr>
              <a:t>o</a:t>
            </a:r>
            <a:r>
              <a:rPr dirty="0" sz="13550" spc="-1155">
                <a:solidFill>
                  <a:srgbClr val="FFFFFF"/>
                </a:solidFill>
                <a:latin typeface="Georgia"/>
                <a:cs typeface="Georgia"/>
              </a:rPr>
              <a:t>v</a:t>
            </a:r>
            <a:r>
              <a:rPr dirty="0" sz="13550" spc="-112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r>
              <a:rPr dirty="0" sz="13550" spc="-1125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dirty="0" sz="13550" spc="-1215">
                <a:solidFill>
                  <a:srgbClr val="FFFFFF"/>
                </a:solidFill>
                <a:latin typeface="Georgia"/>
                <a:cs typeface="Georgia"/>
              </a:rPr>
              <a:t>n</a:t>
            </a:r>
            <a:r>
              <a:rPr dirty="0" sz="13550" spc="-1165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r>
              <a:rPr dirty="0" sz="13550" spc="-1120">
                <a:solidFill>
                  <a:srgbClr val="FFFFFF"/>
                </a:solidFill>
                <a:latin typeface="Georgia"/>
                <a:cs typeface="Georgia"/>
              </a:rPr>
              <a:t>n</a:t>
            </a:r>
            <a:r>
              <a:rPr dirty="0" sz="13550" spc="-116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r>
              <a:rPr dirty="0" sz="13550" spc="-605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3550">
              <a:latin typeface="Georgia"/>
              <a:cs typeface="Georgia"/>
            </a:endParaRPr>
          </a:p>
          <a:p>
            <a:pPr marL="12700">
              <a:lnSpc>
                <a:spcPts val="4410"/>
              </a:lnSpc>
            </a:pPr>
            <a:r>
              <a:rPr dirty="0" sz="3800" spc="-85">
                <a:solidFill>
                  <a:srgbClr val="FFFFFF"/>
                </a:solidFill>
                <a:latin typeface="Arial MT"/>
                <a:cs typeface="Arial MT"/>
              </a:rPr>
              <a:t>Prepared</a:t>
            </a:r>
            <a:r>
              <a:rPr dirty="0" sz="3800" spc="-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800" spc="-55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dirty="0" sz="3800" spc="-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800" spc="-85">
                <a:solidFill>
                  <a:srgbClr val="FFFFFF"/>
                </a:solidFill>
                <a:latin typeface="Arial MT"/>
                <a:cs typeface="Arial MT"/>
              </a:rPr>
              <a:t>Anjal</a:t>
            </a:r>
            <a:r>
              <a:rPr dirty="0" sz="3800" spc="-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800" spc="-20">
                <a:solidFill>
                  <a:srgbClr val="FFFFFF"/>
                </a:solidFill>
                <a:latin typeface="Arial MT"/>
                <a:cs typeface="Arial MT"/>
              </a:rPr>
              <a:t>Rana</a:t>
            </a:r>
            <a:endParaRPr sz="3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3800" spc="-65">
                <a:solidFill>
                  <a:srgbClr val="FFFFFF"/>
                </a:solidFill>
                <a:latin typeface="Arial MT"/>
                <a:cs typeface="Arial MT"/>
              </a:rPr>
              <a:t>Class:</a:t>
            </a:r>
            <a:r>
              <a:rPr dirty="0" sz="3800" spc="-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800" spc="-85">
                <a:solidFill>
                  <a:srgbClr val="FFFFFF"/>
                </a:solidFill>
                <a:latin typeface="Arial MT"/>
                <a:cs typeface="Arial MT"/>
              </a:rPr>
              <a:t>12-</a:t>
            </a:r>
            <a:r>
              <a:rPr dirty="0" sz="3800" spc="-5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endParaRPr sz="3800">
              <a:latin typeface="Arial MT"/>
              <a:cs typeface="Arial MT"/>
            </a:endParaRPr>
          </a:p>
        </p:txBody>
      </p:sp>
      <p:grpSp>
        <p:nvGrpSpPr>
          <p:cNvPr id="20" name="object 8" descr=""/>
          <p:cNvGrpSpPr/>
          <p:nvPr/>
        </p:nvGrpSpPr>
        <p:grpSpPr>
          <a:xfrm>
            <a:off x="8731728" y="914400"/>
            <a:ext cx="9461500" cy="8771890"/>
            <a:chOff x="8731728" y="914400"/>
            <a:chExt cx="9461500" cy="8771890"/>
          </a:xfrm>
        </p:grpSpPr>
        <p:pic>
          <p:nvPicPr>
            <p:cNvPr id="2097153" name="object 9" descr="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8731728" y="7444672"/>
              <a:ext cx="2002948" cy="2241007"/>
            </a:xfrm>
            <a:prstGeom prst="rect"/>
          </p:spPr>
        </p:pic>
        <p:pic>
          <p:nvPicPr>
            <p:cNvPr id="2097154" name="object 10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11353800" y="914400"/>
              <a:ext cx="6838950" cy="8162925"/>
            </a:xfrm>
            <a:prstGeom prst="rect"/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object 2"/>
          <p:cNvSpPr txBox="1">
            <a:spLocks noGrp="1"/>
          </p:cNvSpPr>
          <p:nvPr>
            <p:ph type="title"/>
          </p:nvPr>
        </p:nvSpPr>
        <p:spPr>
          <a:xfrm>
            <a:off x="654367" y="559371"/>
            <a:ext cx="6326505" cy="2270125"/>
          </a:xfrm>
          <a:prstGeom prst="rect"/>
        </p:spPr>
        <p:txBody>
          <a:bodyPr bIns="0" lIns="0" rIns="0" rtlCol="0" tIns="216535" vert="horz" wrap="square">
            <a:spAutoFit/>
          </a:bodyPr>
          <a:p>
            <a:pPr marL="12700" marR="5080">
              <a:lnSpc>
                <a:spcPts val="8030"/>
              </a:lnSpc>
              <a:spcBef>
                <a:spcPts val="1705"/>
              </a:spcBef>
            </a:pPr>
            <a:r>
              <a:rPr dirty="0" spc="-345"/>
              <a:t>Introduction</a:t>
            </a:r>
            <a:r>
              <a:rPr dirty="0" spc="-204"/>
              <a:t> </a:t>
            </a:r>
            <a:r>
              <a:rPr dirty="0" spc="-315"/>
              <a:t>to </a:t>
            </a:r>
            <a:r>
              <a:rPr dirty="0" spc="-380"/>
              <a:t>E-</a:t>
            </a:r>
            <a:r>
              <a:rPr dirty="0" spc="-335"/>
              <a:t>Services</a:t>
            </a:r>
          </a:p>
        </p:txBody>
      </p:sp>
      <p:sp>
        <p:nvSpPr>
          <p:cNvPr id="1048592" name="object 3" descr=""/>
          <p:cNvSpPr txBox="1"/>
          <p:nvPr/>
        </p:nvSpPr>
        <p:spPr>
          <a:xfrm>
            <a:off x="654367" y="3419665"/>
            <a:ext cx="6757670" cy="2137536"/>
          </a:xfrm>
          <a:prstGeom prst="rect"/>
        </p:spPr>
        <p:txBody>
          <a:bodyPr bIns="0" lIns="0" rIns="0" rtlCol="0" tIns="14604" vert="horz" wrap="square">
            <a:spAutoFit/>
          </a:bodyPr>
          <a:p>
            <a:pPr marL="12700" marR="5080">
              <a:lnSpc>
                <a:spcPct val="119400"/>
              </a:lnSpc>
              <a:spcBef>
                <a:spcPts val="114"/>
              </a:spcBef>
            </a:pPr>
            <a:r>
              <a:rPr dirty="0" sz="2450" spc="-45">
                <a:solidFill>
                  <a:srgbClr val="1E1C1C"/>
                </a:solidFill>
                <a:latin typeface="Arial MT"/>
                <a:cs typeface="Arial MT"/>
              </a:rPr>
              <a:t>E-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services</a:t>
            </a:r>
            <a:r>
              <a:rPr dirty="0" sz="2450" spc="-13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1E1C1C"/>
                </a:solidFill>
                <a:latin typeface="Arial MT"/>
                <a:cs typeface="Arial MT"/>
              </a:rPr>
              <a:t>are</a:t>
            </a:r>
            <a:r>
              <a:rPr dirty="0" sz="2450" spc="-1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b="1" dirty="0" sz="2450">
                <a:solidFill>
                  <a:srgbClr val="1E1C1C"/>
                </a:solidFill>
                <a:latin typeface="Arial"/>
                <a:cs typeface="Arial"/>
              </a:rPr>
              <a:t>digital</a:t>
            </a:r>
            <a:r>
              <a:rPr b="1" dirty="0" sz="2450" spc="-105">
                <a:solidFill>
                  <a:srgbClr val="1E1C1C"/>
                </a:solidFill>
                <a:latin typeface="Arial"/>
                <a:cs typeface="Arial"/>
              </a:rPr>
              <a:t> </a:t>
            </a:r>
            <a:r>
              <a:rPr b="1" dirty="0" sz="2450">
                <a:solidFill>
                  <a:srgbClr val="1E1C1C"/>
                </a:solidFill>
                <a:latin typeface="Arial"/>
                <a:cs typeface="Arial"/>
              </a:rPr>
              <a:t>services</a:t>
            </a:r>
            <a:r>
              <a:rPr b="1" dirty="0" sz="2450" spc="-114">
                <a:solidFill>
                  <a:srgbClr val="1E1C1C"/>
                </a:solidFill>
                <a:latin typeface="Arial"/>
                <a:cs typeface="Arial"/>
              </a:rPr>
              <a:t> </a:t>
            </a:r>
            <a:r>
              <a:rPr b="1" dirty="0" sz="2450">
                <a:solidFill>
                  <a:srgbClr val="1E1C1C"/>
                </a:solidFill>
                <a:latin typeface="Arial"/>
                <a:cs typeface="Arial"/>
              </a:rPr>
              <a:t>delivered</a:t>
            </a:r>
            <a:r>
              <a:rPr b="1" dirty="0" sz="2450" spc="-95">
                <a:solidFill>
                  <a:srgbClr val="1E1C1C"/>
                </a:solidFill>
                <a:latin typeface="Arial"/>
                <a:cs typeface="Arial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via</a:t>
            </a:r>
            <a:r>
              <a:rPr dirty="0" sz="2450" spc="-16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the </a:t>
            </a:r>
            <a:r>
              <a:rPr dirty="0" sz="2450" spc="-40">
                <a:solidFill>
                  <a:srgbClr val="1E1C1C"/>
                </a:solidFill>
                <a:latin typeface="Arial MT"/>
                <a:cs typeface="Arial MT"/>
              </a:rPr>
              <a:t>internet.</a:t>
            </a:r>
            <a:r>
              <a:rPr dirty="0" sz="2450" spc="-36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1E1C1C"/>
                </a:solidFill>
                <a:latin typeface="Arial MT"/>
                <a:cs typeface="Arial MT"/>
              </a:rPr>
              <a:t>They</a:t>
            </a:r>
            <a:r>
              <a:rPr dirty="0" sz="2450" spc="-13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significantly</a:t>
            </a:r>
            <a:r>
              <a:rPr dirty="0" sz="2450" spc="-13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5">
                <a:solidFill>
                  <a:srgbClr val="1E1C1C"/>
                </a:solidFill>
                <a:latin typeface="Arial MT"/>
                <a:cs typeface="Arial MT"/>
              </a:rPr>
              <a:t>transform</a:t>
            </a:r>
            <a:r>
              <a:rPr dirty="0" sz="2450" spc="-4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various sectors</a:t>
            </a:r>
            <a:r>
              <a:rPr dirty="0" sz="2450" spc="-1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1E1C1C"/>
                </a:solidFill>
                <a:latin typeface="Arial MT"/>
                <a:cs typeface="Arial MT"/>
              </a:rPr>
              <a:t>by</a:t>
            </a:r>
            <a:r>
              <a:rPr dirty="0" sz="2450" spc="-8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enhancing</a:t>
            </a:r>
            <a:r>
              <a:rPr dirty="0" sz="2450" spc="-17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convenience,</a:t>
            </a:r>
            <a:r>
              <a:rPr dirty="0" sz="2450" spc="-7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55">
                <a:solidFill>
                  <a:srgbClr val="1E1C1C"/>
                </a:solidFill>
                <a:latin typeface="Arial MT"/>
                <a:cs typeface="Arial MT"/>
              </a:rPr>
              <a:t>efficiency,</a:t>
            </a:r>
            <a:r>
              <a:rPr dirty="0" sz="2450" spc="-15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and </a:t>
            </a:r>
            <a:r>
              <a:rPr dirty="0" sz="2450" spc="-45">
                <a:solidFill>
                  <a:srgbClr val="1E1C1C"/>
                </a:solidFill>
                <a:latin typeface="Arial MT"/>
                <a:cs typeface="Arial MT"/>
              </a:rPr>
              <a:t>accessibility,</a:t>
            </a:r>
            <a:r>
              <a:rPr dirty="0" sz="2450" spc="-4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impacting</a:t>
            </a:r>
            <a:r>
              <a:rPr dirty="0" sz="2450" spc="-6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businesses,</a:t>
            </a:r>
            <a:r>
              <a:rPr dirty="0" sz="2450" spc="-12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healthcare,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and</a:t>
            </a:r>
            <a:r>
              <a:rPr dirty="0" sz="2450" spc="-14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5">
                <a:solidFill>
                  <a:srgbClr val="1E1C1C"/>
                </a:solidFill>
                <a:latin typeface="Arial MT"/>
                <a:cs typeface="Arial MT"/>
              </a:rPr>
              <a:t>government</a:t>
            </a:r>
            <a:r>
              <a:rPr dirty="0" sz="2450" spc="-9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services</a:t>
            </a:r>
            <a:r>
              <a:rPr dirty="0" sz="2450" spc="-114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positively.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2097155" name="object 4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8905875" y="904875"/>
            <a:ext cx="8724900" cy="7953375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ts val="8815"/>
              </a:lnSpc>
              <a:spcBef>
                <a:spcPts val="130"/>
              </a:spcBef>
            </a:pPr>
            <a:r>
              <a:rPr dirty="0" spc="-395"/>
              <a:t>About</a:t>
            </a:r>
          </a:p>
          <a:p>
            <a:pPr marL="236220">
              <a:lnSpc>
                <a:spcPts val="8815"/>
              </a:lnSpc>
            </a:pPr>
            <a:r>
              <a:rPr dirty="0" spc="-380"/>
              <a:t>E-</a:t>
            </a:r>
            <a:r>
              <a:rPr dirty="0" spc="-475"/>
              <a:t>Commerce</a:t>
            </a:r>
          </a:p>
        </p:txBody>
      </p:sp>
      <p:sp>
        <p:nvSpPr>
          <p:cNvPr id="1048594" name="object 3" descr=""/>
          <p:cNvSpPr txBox="1"/>
          <p:nvPr/>
        </p:nvSpPr>
        <p:spPr>
          <a:xfrm>
            <a:off x="654367" y="3889564"/>
            <a:ext cx="6715759" cy="2136903"/>
          </a:xfrm>
          <a:prstGeom prst="rect"/>
        </p:spPr>
        <p:txBody>
          <a:bodyPr bIns="0" lIns="0" rIns="0" rtlCol="0" tIns="13970" vert="horz" wrap="square">
            <a:spAutoFit/>
          </a:bodyPr>
          <a:p>
            <a:pPr marL="12700" marR="5080">
              <a:lnSpc>
                <a:spcPct val="119400"/>
              </a:lnSpc>
              <a:spcBef>
                <a:spcPts val="110"/>
              </a:spcBef>
            </a:pPr>
            <a:r>
              <a:rPr dirty="0" sz="2450" spc="-45">
                <a:solidFill>
                  <a:srgbClr val="1E1C1C"/>
                </a:solidFill>
                <a:latin typeface="Arial MT"/>
                <a:cs typeface="Arial MT"/>
              </a:rPr>
              <a:t>E-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commerce</a:t>
            </a:r>
            <a:r>
              <a:rPr dirty="0" sz="2450" spc="-17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1E1C1C"/>
                </a:solidFill>
                <a:latin typeface="Arial MT"/>
                <a:cs typeface="Arial MT"/>
              </a:rPr>
              <a:t>involves</a:t>
            </a:r>
            <a:r>
              <a:rPr dirty="0" sz="2450" spc="-13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the</a:t>
            </a:r>
            <a:r>
              <a:rPr dirty="0" sz="2450" spc="-13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buying</a:t>
            </a:r>
            <a:r>
              <a:rPr dirty="0" sz="2450" spc="-13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and</a:t>
            </a:r>
            <a:r>
              <a:rPr dirty="0" sz="2450" spc="-8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selling</a:t>
            </a:r>
            <a:r>
              <a:rPr dirty="0" sz="2450" spc="-12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of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goods</a:t>
            </a:r>
            <a:r>
              <a:rPr dirty="0" sz="2450" spc="-13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or</a:t>
            </a:r>
            <a:r>
              <a:rPr dirty="0" sz="2450" spc="-14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services</a:t>
            </a:r>
            <a:r>
              <a:rPr dirty="0" sz="2450" spc="-12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online</a:t>
            </a:r>
            <a:r>
              <a:rPr dirty="0" sz="2450" spc="-11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1E1C1C"/>
                </a:solidFill>
                <a:latin typeface="Arial MT"/>
                <a:cs typeface="Arial MT"/>
              </a:rPr>
              <a:t>over</a:t>
            </a:r>
            <a:r>
              <a:rPr dirty="0" sz="2450" spc="-13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the</a:t>
            </a:r>
            <a:r>
              <a:rPr dirty="0" sz="2450" spc="-10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internet,</a:t>
            </a:r>
            <a:r>
              <a:rPr dirty="0" sz="2450" spc="-10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utilizing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websites,</a:t>
            </a:r>
            <a:r>
              <a:rPr dirty="0" sz="2450" spc="-13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mobile</a:t>
            </a:r>
            <a:r>
              <a:rPr dirty="0" sz="2450" spc="-14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apps,</a:t>
            </a:r>
            <a:r>
              <a:rPr dirty="0" sz="2450" spc="-13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and</a:t>
            </a:r>
            <a:r>
              <a:rPr dirty="0" sz="2450" spc="-10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social</a:t>
            </a:r>
            <a:r>
              <a:rPr dirty="0" sz="2450" spc="-14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media.</a:t>
            </a:r>
            <a:r>
              <a:rPr dirty="0" sz="2450" spc="-204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It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encompasses</a:t>
            </a:r>
            <a:r>
              <a:rPr dirty="0" sz="2450" spc="-12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1E1C1C"/>
                </a:solidFill>
                <a:latin typeface="Arial MT"/>
                <a:cs typeface="Arial MT"/>
              </a:rPr>
              <a:t>various</a:t>
            </a:r>
            <a:r>
              <a:rPr dirty="0" sz="2450" spc="-10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transactions,</a:t>
            </a:r>
            <a:r>
              <a:rPr dirty="0" sz="2450" spc="-8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including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online</a:t>
            </a:r>
            <a:r>
              <a:rPr dirty="0" sz="2450" spc="-14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shopping,</a:t>
            </a:r>
            <a:r>
              <a:rPr dirty="0" sz="2450" spc="-13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digital</a:t>
            </a:r>
            <a:r>
              <a:rPr dirty="0" sz="2450" spc="-6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payments.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2097156" name="object 4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8229600" y="800100"/>
            <a:ext cx="9324975" cy="8191500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object 2" descr=""/>
          <p:cNvSpPr txBox="1"/>
          <p:nvPr/>
        </p:nvSpPr>
        <p:spPr>
          <a:xfrm>
            <a:off x="1286510" y="3965511"/>
            <a:ext cx="3174365" cy="2153920"/>
          </a:xfrm>
          <a:prstGeom prst="rect"/>
        </p:spPr>
        <p:txBody>
          <a:bodyPr bIns="0" lIns="0" rIns="0" rtlCol="0" tIns="86360" vert="horz" wrap="square">
            <a:spAutoFit/>
          </a:bodyPr>
          <a:p>
            <a:pPr indent="-269875" marL="282575">
              <a:lnSpc>
                <a:spcPct val="100000"/>
              </a:lnSpc>
              <a:spcBef>
                <a:spcPts val="680"/>
              </a:spcBef>
              <a:buClr>
                <a:srgbClr val="1E1C1C"/>
              </a:buClr>
              <a:buFont typeface="Arial MT"/>
              <a:buChar char="•"/>
              <a:tabLst>
                <a:tab algn="l" pos="282575"/>
              </a:tabLst>
            </a:pP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Convenience</a:t>
            </a:r>
            <a:endParaRPr sz="2450">
              <a:latin typeface="Arial MT"/>
              <a:cs typeface="Arial MT"/>
            </a:endParaRPr>
          </a:p>
          <a:p>
            <a:pPr indent="-269875" marL="282575">
              <a:lnSpc>
                <a:spcPct val="100000"/>
              </a:lnSpc>
              <a:spcBef>
                <a:spcPts val="590"/>
              </a:spcBef>
              <a:buChar char="•"/>
              <a:tabLst>
                <a:tab algn="l" pos="282575"/>
              </a:tabLst>
            </a:pP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Global</a:t>
            </a:r>
            <a:r>
              <a:rPr dirty="0" sz="2450" spc="-12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reach</a:t>
            </a:r>
            <a:endParaRPr sz="2450">
              <a:latin typeface="Arial MT"/>
              <a:cs typeface="Arial MT"/>
            </a:endParaRPr>
          </a:p>
          <a:p>
            <a:pPr indent="-269875" marL="282575">
              <a:lnSpc>
                <a:spcPct val="100000"/>
              </a:lnSpc>
              <a:spcBef>
                <a:spcPts val="515"/>
              </a:spcBef>
              <a:buChar char="•"/>
              <a:tabLst>
                <a:tab algn="l" pos="282575"/>
              </a:tabLst>
            </a:pP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Time</a:t>
            </a:r>
            <a:r>
              <a:rPr dirty="0" sz="2450" spc="-15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saving</a:t>
            </a:r>
            <a:endParaRPr sz="2450">
              <a:latin typeface="Arial MT"/>
              <a:cs typeface="Arial MT"/>
            </a:endParaRPr>
          </a:p>
          <a:p>
            <a:pPr indent="-269875" marL="282575">
              <a:lnSpc>
                <a:spcPct val="100000"/>
              </a:lnSpc>
              <a:spcBef>
                <a:spcPts val="585"/>
              </a:spcBef>
              <a:buChar char="•"/>
              <a:tabLst>
                <a:tab algn="l" pos="282575"/>
              </a:tabLst>
            </a:pP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24/7</a:t>
            </a:r>
            <a:r>
              <a:rPr dirty="0" sz="2450" spc="-13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availability</a:t>
            </a:r>
            <a:endParaRPr sz="2450">
              <a:latin typeface="Arial MT"/>
              <a:cs typeface="Arial MT"/>
            </a:endParaRPr>
          </a:p>
          <a:p>
            <a:pPr indent="-269875" marL="282575">
              <a:lnSpc>
                <a:spcPct val="100000"/>
              </a:lnSpc>
              <a:spcBef>
                <a:spcPts val="590"/>
              </a:spcBef>
              <a:buChar char="•"/>
              <a:tabLst>
                <a:tab algn="l" pos="282575"/>
              </a:tabLst>
            </a:pP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Wider</a:t>
            </a:r>
            <a:r>
              <a:rPr dirty="0" sz="2450" spc="-114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product</a:t>
            </a:r>
            <a:r>
              <a:rPr dirty="0" sz="2450" spc="-14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choice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048596" name="object 3"/>
          <p:cNvSpPr txBox="1">
            <a:spLocks noGrp="1"/>
          </p:cNvSpPr>
          <p:nvPr>
            <p:ph type="title"/>
          </p:nvPr>
        </p:nvSpPr>
        <p:spPr>
          <a:xfrm>
            <a:off x="654367" y="439229"/>
            <a:ext cx="5405120" cy="3904411"/>
          </a:xfrm>
          <a:prstGeom prst="rect"/>
        </p:spPr>
        <p:txBody>
          <a:bodyPr bIns="0" lIns="0" rIns="0" rtlCol="0" tIns="11430" vert="horz" wrap="square">
            <a:spAutoFit/>
          </a:bodyPr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dirty="0" spc="-625"/>
              <a:t>Advantages</a:t>
            </a:r>
            <a:r>
              <a:rPr dirty="0" spc="-690"/>
              <a:t> </a:t>
            </a:r>
            <a:r>
              <a:rPr dirty="0" spc="-405"/>
              <a:t>of </a:t>
            </a:r>
            <a:r>
              <a:rPr dirty="0" spc="-620"/>
              <a:t>E-</a:t>
            </a:r>
            <a:r>
              <a:rPr dirty="0" spc="-685"/>
              <a:t>Commerce</a:t>
            </a:r>
          </a:p>
        </p:txBody>
      </p:sp>
      <p:pic>
        <p:nvPicPr>
          <p:cNvPr id="2097157" name="object 4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7858125" y="847725"/>
            <a:ext cx="9696450" cy="8248650"/>
          </a:xfrm>
          <a:prstGeom prst="rect"/>
        </p:spPr>
      </p:pic>
      <p:sp>
        <p:nvSpPr>
          <p:cNvPr id="1048597" name="object 5" descr=""/>
          <p:cNvSpPr txBox="1"/>
          <p:nvPr/>
        </p:nvSpPr>
        <p:spPr>
          <a:xfrm>
            <a:off x="7937881" y="6925881"/>
            <a:ext cx="4877435" cy="5461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ThePhoto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PhotoAuthor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licensed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under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CCYYSA.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ts val="8815"/>
              </a:lnSpc>
              <a:spcBef>
                <a:spcPts val="130"/>
              </a:spcBef>
            </a:pPr>
            <a:r>
              <a:rPr dirty="0" spc="-395"/>
              <a:t>About</a:t>
            </a:r>
          </a:p>
          <a:p>
            <a:pPr marL="460375">
              <a:lnSpc>
                <a:spcPts val="8815"/>
              </a:lnSpc>
            </a:pPr>
            <a:r>
              <a:rPr dirty="0" spc="-380"/>
              <a:t>E-</a:t>
            </a:r>
            <a:r>
              <a:rPr dirty="0" spc="-360"/>
              <a:t>Medicine</a:t>
            </a:r>
          </a:p>
        </p:txBody>
      </p:sp>
      <p:sp>
        <p:nvSpPr>
          <p:cNvPr id="1048599" name="object 3" descr=""/>
          <p:cNvSpPr txBox="1"/>
          <p:nvPr/>
        </p:nvSpPr>
        <p:spPr>
          <a:xfrm>
            <a:off x="654367" y="3828676"/>
            <a:ext cx="6635115" cy="2136903"/>
          </a:xfrm>
          <a:prstGeom prst="rect"/>
        </p:spPr>
        <p:txBody>
          <a:bodyPr bIns="0" lIns="0" rIns="0" rtlCol="0" tIns="13970" vert="horz" wrap="square">
            <a:spAutoFit/>
          </a:bodyPr>
          <a:p>
            <a:pPr marL="12700" marR="5080">
              <a:lnSpc>
                <a:spcPct val="119400"/>
              </a:lnSpc>
              <a:spcBef>
                <a:spcPts val="110"/>
              </a:spcBef>
            </a:pPr>
            <a:r>
              <a:rPr dirty="0" sz="2450" spc="-40">
                <a:solidFill>
                  <a:srgbClr val="1E1C1C"/>
                </a:solidFill>
                <a:latin typeface="Arial MT"/>
                <a:cs typeface="Arial MT"/>
              </a:rPr>
              <a:t>E-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Medicine</a:t>
            </a:r>
            <a:r>
              <a:rPr dirty="0" sz="2450" spc="-1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1E1C1C"/>
                </a:solidFill>
                <a:latin typeface="Arial MT"/>
                <a:cs typeface="Arial MT"/>
              </a:rPr>
              <a:t>refers</a:t>
            </a:r>
            <a:r>
              <a:rPr dirty="0" sz="2450" spc="-11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to</a:t>
            </a:r>
            <a:r>
              <a:rPr dirty="0" sz="2450" spc="-19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the</a:t>
            </a:r>
            <a:r>
              <a:rPr dirty="0" sz="2450" spc="-1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b="1" dirty="0" sz="2450">
                <a:solidFill>
                  <a:srgbClr val="1E1C1C"/>
                </a:solidFill>
                <a:latin typeface="Arial"/>
                <a:cs typeface="Arial"/>
              </a:rPr>
              <a:t>delivery</a:t>
            </a:r>
            <a:r>
              <a:rPr b="1" dirty="0" sz="2450" spc="-114">
                <a:solidFill>
                  <a:srgbClr val="1E1C1C"/>
                </a:solidFill>
                <a:latin typeface="Arial"/>
                <a:cs typeface="Arial"/>
              </a:rPr>
              <a:t> </a:t>
            </a:r>
            <a:r>
              <a:rPr b="1" dirty="0" sz="2450">
                <a:solidFill>
                  <a:srgbClr val="1E1C1C"/>
                </a:solidFill>
                <a:latin typeface="Arial"/>
                <a:cs typeface="Arial"/>
              </a:rPr>
              <a:t>of</a:t>
            </a:r>
            <a:r>
              <a:rPr b="1" dirty="0" sz="2450" spc="-75">
                <a:solidFill>
                  <a:srgbClr val="1E1C1C"/>
                </a:solidFill>
                <a:latin typeface="Arial"/>
                <a:cs typeface="Arial"/>
              </a:rPr>
              <a:t> </a:t>
            </a:r>
            <a:r>
              <a:rPr b="1" dirty="0" sz="2450" spc="-10">
                <a:solidFill>
                  <a:srgbClr val="1E1C1C"/>
                </a:solidFill>
                <a:latin typeface="Arial"/>
                <a:cs typeface="Arial"/>
              </a:rPr>
              <a:t>healthcare </a:t>
            </a:r>
            <a:r>
              <a:rPr b="1" dirty="0" sz="2450">
                <a:solidFill>
                  <a:srgbClr val="1E1C1C"/>
                </a:solidFill>
                <a:latin typeface="Arial"/>
                <a:cs typeface="Arial"/>
              </a:rPr>
              <a:t>services</a:t>
            </a:r>
            <a:r>
              <a:rPr b="1" dirty="0" sz="2450" spc="-105">
                <a:solidFill>
                  <a:srgbClr val="1E1C1C"/>
                </a:solidFill>
                <a:latin typeface="Arial"/>
                <a:cs typeface="Arial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through</a:t>
            </a:r>
            <a:r>
              <a:rPr dirty="0" sz="2450" spc="-13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digital</a:t>
            </a:r>
            <a:r>
              <a:rPr dirty="0" sz="2450" spc="-5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1E1C1C"/>
                </a:solidFill>
                <a:latin typeface="Arial MT"/>
                <a:cs typeface="Arial MT"/>
              </a:rPr>
              <a:t>platforms,</a:t>
            </a:r>
            <a:r>
              <a:rPr dirty="0" sz="2450" spc="-12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including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telemedicine,</a:t>
            </a:r>
            <a:r>
              <a:rPr dirty="0" sz="2450" spc="-11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online</a:t>
            </a:r>
            <a:r>
              <a:rPr dirty="0" sz="2450" spc="-114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consultations,</a:t>
            </a:r>
            <a:r>
              <a:rPr dirty="0" sz="2450" spc="-1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and</a:t>
            </a:r>
            <a:r>
              <a:rPr dirty="0" sz="2450" spc="-7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electronic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health</a:t>
            </a:r>
            <a:r>
              <a:rPr dirty="0" sz="2450" spc="-7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records,</a:t>
            </a:r>
            <a:r>
              <a:rPr dirty="0" sz="2450" spc="-15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5">
                <a:solidFill>
                  <a:srgbClr val="1E1C1C"/>
                </a:solidFill>
                <a:latin typeface="Arial MT"/>
                <a:cs typeface="Arial MT"/>
              </a:rPr>
              <a:t>thereby</a:t>
            </a:r>
            <a:r>
              <a:rPr dirty="0" sz="2450" spc="-8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enhancing</a:t>
            </a:r>
            <a:r>
              <a:rPr dirty="0" sz="2450" spc="-18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access</a:t>
            </a:r>
            <a:r>
              <a:rPr dirty="0" sz="2450" spc="-10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and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efficiency</a:t>
            </a:r>
            <a:r>
              <a:rPr dirty="0" sz="2450" spc="-17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in</a:t>
            </a:r>
            <a:r>
              <a:rPr dirty="0" sz="2450" spc="-7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5">
                <a:solidFill>
                  <a:srgbClr val="1E1C1C"/>
                </a:solidFill>
                <a:latin typeface="Arial MT"/>
                <a:cs typeface="Arial MT"/>
              </a:rPr>
              <a:t>healthcare</a:t>
            </a:r>
            <a:r>
              <a:rPr dirty="0" sz="2450" spc="-8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systems.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2097158" name="object 4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9134475" y="809625"/>
            <a:ext cx="8810625" cy="8181975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DB762"/>
          </a:solidFill>
        </p:spPr>
        <p:txBody>
          <a:bodyPr bIns="0" lIns="0" rIns="0" rtlCol="0" tIns="0" wrap="square"/>
          <a:p/>
        </p:txBody>
      </p:sp>
      <p:sp>
        <p:nvSpPr>
          <p:cNvPr id="1048601" name="object 3"/>
          <p:cNvSpPr txBox="1">
            <a:spLocks noGrp="1"/>
          </p:cNvSpPr>
          <p:nvPr>
            <p:ph type="title"/>
          </p:nvPr>
        </p:nvSpPr>
        <p:spPr>
          <a:xfrm>
            <a:off x="654367" y="559371"/>
            <a:ext cx="4814570" cy="2270125"/>
          </a:xfrm>
          <a:prstGeom prst="rect"/>
        </p:spPr>
        <p:txBody>
          <a:bodyPr bIns="0" lIns="0" rIns="0" rtlCol="0" tIns="216535" vert="horz" wrap="square">
            <a:spAutoFit/>
          </a:bodyPr>
          <a:p>
            <a:pPr marL="12700" marR="5080">
              <a:lnSpc>
                <a:spcPts val="8030"/>
              </a:lnSpc>
              <a:spcBef>
                <a:spcPts val="1705"/>
              </a:spcBef>
            </a:pPr>
            <a:r>
              <a:rPr dirty="0" spc="-320"/>
              <a:t>Benefits</a:t>
            </a:r>
            <a:r>
              <a:rPr dirty="0" spc="-160"/>
              <a:t> </a:t>
            </a:r>
            <a:r>
              <a:rPr dirty="0" spc="-25"/>
              <a:t>of </a:t>
            </a:r>
            <a:r>
              <a:rPr dirty="0" spc="-380"/>
              <a:t>E-</a:t>
            </a:r>
            <a:r>
              <a:rPr dirty="0" spc="-360"/>
              <a:t>Medicine</a:t>
            </a:r>
          </a:p>
        </p:txBody>
      </p:sp>
      <p:sp>
        <p:nvSpPr>
          <p:cNvPr id="1048602" name="object 4" descr=""/>
          <p:cNvSpPr txBox="1"/>
          <p:nvPr/>
        </p:nvSpPr>
        <p:spPr>
          <a:xfrm>
            <a:off x="924560" y="3450145"/>
            <a:ext cx="4490085" cy="1723898"/>
          </a:xfrm>
          <a:prstGeom prst="rect"/>
        </p:spPr>
        <p:txBody>
          <a:bodyPr bIns="0" lIns="0" rIns="0" rtlCol="0" tIns="86995" vert="horz" wrap="square">
            <a:spAutoFit/>
          </a:bodyPr>
          <a:p>
            <a:pPr indent="-269240" marL="281940">
              <a:lnSpc>
                <a:spcPct val="100000"/>
              </a:lnSpc>
              <a:spcBef>
                <a:spcPts val="685"/>
              </a:spcBef>
              <a:buChar char="•"/>
              <a:tabLst>
                <a:tab algn="l" pos="281940"/>
              </a:tabLst>
            </a:pPr>
            <a:r>
              <a:rPr dirty="0" sz="2450" spc="-40">
                <a:solidFill>
                  <a:srgbClr val="1E1C1C"/>
                </a:solidFill>
                <a:latin typeface="Arial MT"/>
                <a:cs typeface="Arial MT"/>
              </a:rPr>
              <a:t>Easy</a:t>
            </a:r>
            <a:r>
              <a:rPr dirty="0" sz="2450" spc="-18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access</a:t>
            </a:r>
            <a:r>
              <a:rPr dirty="0" sz="2450" spc="-114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to</a:t>
            </a:r>
            <a:r>
              <a:rPr dirty="0" sz="2450" spc="-1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doctors</a:t>
            </a:r>
            <a:endParaRPr sz="2450">
              <a:latin typeface="Arial MT"/>
              <a:cs typeface="Arial MT"/>
            </a:endParaRPr>
          </a:p>
          <a:p>
            <a:pPr indent="-269240" marL="281940">
              <a:lnSpc>
                <a:spcPct val="100000"/>
              </a:lnSpc>
              <a:spcBef>
                <a:spcPts val="590"/>
              </a:spcBef>
              <a:buChar char="•"/>
              <a:tabLst>
                <a:tab algn="l" pos="281940"/>
              </a:tabLst>
            </a:pPr>
            <a:r>
              <a:rPr dirty="0" sz="2450" spc="-50">
                <a:solidFill>
                  <a:srgbClr val="1E1C1C"/>
                </a:solidFill>
                <a:latin typeface="Arial MT"/>
                <a:cs typeface="Arial MT"/>
              </a:rPr>
              <a:t>Saves</a:t>
            </a:r>
            <a:r>
              <a:rPr dirty="0" sz="2450" spc="-11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1E1C1C"/>
                </a:solidFill>
                <a:latin typeface="Arial MT"/>
                <a:cs typeface="Arial MT"/>
              </a:rPr>
              <a:t>time</a:t>
            </a:r>
            <a:r>
              <a:rPr dirty="0" sz="2450" spc="-9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and</a:t>
            </a:r>
            <a:r>
              <a:rPr dirty="0" sz="2450" spc="-13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money</a:t>
            </a:r>
            <a:endParaRPr sz="2450">
              <a:latin typeface="Arial MT"/>
              <a:cs typeface="Arial MT"/>
            </a:endParaRPr>
          </a:p>
          <a:p>
            <a:pPr indent="-269240" marL="281940">
              <a:lnSpc>
                <a:spcPct val="100000"/>
              </a:lnSpc>
              <a:spcBef>
                <a:spcPts val="509"/>
              </a:spcBef>
              <a:buChar char="•"/>
              <a:tabLst>
                <a:tab algn="l" pos="281940"/>
              </a:tabLst>
            </a:pP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24/7</a:t>
            </a:r>
            <a:r>
              <a:rPr dirty="0" sz="2450" spc="-13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availability</a:t>
            </a:r>
            <a:endParaRPr sz="2450">
              <a:latin typeface="Arial MT"/>
              <a:cs typeface="Arial MT"/>
            </a:endParaRPr>
          </a:p>
          <a:p>
            <a:pPr indent="-269240" marL="281940">
              <a:lnSpc>
                <a:spcPct val="100000"/>
              </a:lnSpc>
              <a:spcBef>
                <a:spcPts val="590"/>
              </a:spcBef>
              <a:buChar char="•"/>
              <a:tabLst>
                <a:tab algn="l" pos="281940"/>
              </a:tabLst>
            </a:pPr>
            <a:r>
              <a:rPr dirty="0" sz="2450" spc="-45">
                <a:solidFill>
                  <a:srgbClr val="1E1C1C"/>
                </a:solidFill>
                <a:latin typeface="Arial MT"/>
                <a:cs typeface="Arial MT"/>
              </a:rPr>
              <a:t>Safe</a:t>
            </a:r>
            <a:r>
              <a:rPr dirty="0" sz="2450" spc="-9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during</a:t>
            </a:r>
            <a:r>
              <a:rPr dirty="0" sz="2450" spc="-11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infectious</a:t>
            </a:r>
            <a:r>
              <a:rPr dirty="0" sz="2450" spc="-11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diseases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2097159" name="object 5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7553325" y="800100"/>
            <a:ext cx="10258425" cy="8134350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ts val="8815"/>
              </a:lnSpc>
              <a:spcBef>
                <a:spcPts val="130"/>
              </a:spcBef>
            </a:pPr>
            <a:r>
              <a:rPr dirty="0" spc="-395"/>
              <a:t>About</a:t>
            </a:r>
          </a:p>
          <a:p>
            <a:pPr marL="12700">
              <a:lnSpc>
                <a:spcPts val="8815"/>
              </a:lnSpc>
            </a:pPr>
            <a:r>
              <a:rPr dirty="0" spc="-380"/>
              <a:t>E-</a:t>
            </a:r>
            <a:r>
              <a:rPr dirty="0" spc="-400"/>
              <a:t>Governance</a:t>
            </a:r>
          </a:p>
        </p:txBody>
      </p:sp>
      <p:sp>
        <p:nvSpPr>
          <p:cNvPr id="1048604" name="object 3" descr=""/>
          <p:cNvSpPr txBox="1"/>
          <p:nvPr/>
        </p:nvSpPr>
        <p:spPr>
          <a:xfrm>
            <a:off x="654367" y="3828676"/>
            <a:ext cx="6901815" cy="2136903"/>
          </a:xfrm>
          <a:prstGeom prst="rect"/>
        </p:spPr>
        <p:txBody>
          <a:bodyPr bIns="0" lIns="0" rIns="0" rtlCol="0" tIns="13970" vert="horz" wrap="square">
            <a:spAutoFit/>
          </a:bodyPr>
          <a:p>
            <a:pPr marL="12700" marR="5080">
              <a:lnSpc>
                <a:spcPct val="119400"/>
              </a:lnSpc>
              <a:spcBef>
                <a:spcPts val="110"/>
              </a:spcBef>
            </a:pPr>
            <a:r>
              <a:rPr dirty="0" sz="2450" spc="-40">
                <a:solidFill>
                  <a:srgbClr val="1E1C1C"/>
                </a:solidFill>
                <a:latin typeface="Arial MT"/>
                <a:cs typeface="Arial MT"/>
              </a:rPr>
              <a:t>E-</a:t>
            </a:r>
            <a:r>
              <a:rPr dirty="0" sz="2450" spc="-35">
                <a:solidFill>
                  <a:srgbClr val="1E1C1C"/>
                </a:solidFill>
                <a:latin typeface="Arial MT"/>
                <a:cs typeface="Arial MT"/>
              </a:rPr>
              <a:t>Governance</a:t>
            </a:r>
            <a:r>
              <a:rPr dirty="0" sz="2450" spc="-114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1E1C1C"/>
                </a:solidFill>
                <a:latin typeface="Arial MT"/>
                <a:cs typeface="Arial MT"/>
              </a:rPr>
              <a:t>involves</a:t>
            </a:r>
            <a:r>
              <a:rPr dirty="0" sz="2450" spc="-12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the</a:t>
            </a:r>
            <a:r>
              <a:rPr dirty="0" sz="2450" spc="-1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b="1" dirty="0" sz="2450">
                <a:solidFill>
                  <a:srgbClr val="1E1C1C"/>
                </a:solidFill>
                <a:latin typeface="Arial"/>
                <a:cs typeface="Arial"/>
              </a:rPr>
              <a:t>use</a:t>
            </a:r>
            <a:r>
              <a:rPr b="1" dirty="0" sz="2450" spc="-80">
                <a:solidFill>
                  <a:srgbClr val="1E1C1C"/>
                </a:solidFill>
                <a:latin typeface="Arial"/>
                <a:cs typeface="Arial"/>
              </a:rPr>
              <a:t> </a:t>
            </a:r>
            <a:r>
              <a:rPr b="1" dirty="0" sz="2450">
                <a:solidFill>
                  <a:srgbClr val="1E1C1C"/>
                </a:solidFill>
                <a:latin typeface="Arial"/>
                <a:cs typeface="Arial"/>
              </a:rPr>
              <a:t>of</a:t>
            </a:r>
            <a:r>
              <a:rPr b="1" dirty="0" sz="2450" spc="-80">
                <a:solidFill>
                  <a:srgbClr val="1E1C1C"/>
                </a:solidFill>
                <a:latin typeface="Arial"/>
                <a:cs typeface="Arial"/>
              </a:rPr>
              <a:t> </a:t>
            </a:r>
            <a:r>
              <a:rPr b="1" dirty="0" sz="2450" spc="-10">
                <a:solidFill>
                  <a:srgbClr val="1E1C1C"/>
                </a:solidFill>
                <a:latin typeface="Arial"/>
                <a:cs typeface="Arial"/>
              </a:rPr>
              <a:t>digital technology</a:t>
            </a:r>
            <a:r>
              <a:rPr b="1" dirty="0" sz="2450" spc="-125">
                <a:solidFill>
                  <a:srgbClr val="1E1C1C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to</a:t>
            </a:r>
            <a:r>
              <a:rPr dirty="0" sz="2450" spc="-114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enhance</a:t>
            </a:r>
            <a:r>
              <a:rPr dirty="0" sz="2450" spc="-1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the</a:t>
            </a:r>
            <a:r>
              <a:rPr dirty="0" sz="2450" spc="-18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delivery</a:t>
            </a:r>
            <a:r>
              <a:rPr dirty="0" sz="2450" spc="-11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of</a:t>
            </a:r>
            <a:r>
              <a:rPr dirty="0" sz="2450" spc="-16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government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services,</a:t>
            </a:r>
            <a:r>
              <a:rPr dirty="0" sz="2450" spc="-5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promoting</a:t>
            </a:r>
            <a:r>
              <a:rPr dirty="0" sz="2450" spc="-7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55">
                <a:solidFill>
                  <a:srgbClr val="1E1C1C"/>
                </a:solidFill>
                <a:latin typeface="Arial MT"/>
                <a:cs typeface="Arial MT"/>
              </a:rPr>
              <a:t>transparency,</a:t>
            </a:r>
            <a:r>
              <a:rPr dirty="0" sz="2450" spc="-13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improving </a:t>
            </a:r>
            <a:r>
              <a:rPr dirty="0" sz="2450" spc="-50">
                <a:solidFill>
                  <a:srgbClr val="1E1C1C"/>
                </a:solidFill>
                <a:latin typeface="Arial MT"/>
                <a:cs typeface="Arial MT"/>
              </a:rPr>
              <a:t>efficiency,</a:t>
            </a:r>
            <a:r>
              <a:rPr dirty="0" sz="2450" spc="-7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and</a:t>
            </a:r>
            <a:r>
              <a:rPr dirty="0" sz="2450" spc="-4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encouraging</a:t>
            </a:r>
            <a:r>
              <a:rPr dirty="0" sz="2450" spc="-1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public</a:t>
            </a:r>
            <a:r>
              <a:rPr dirty="0" sz="2450" spc="-13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participation</a:t>
            </a:r>
            <a:r>
              <a:rPr dirty="0" sz="2450" spc="-16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in decision-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making</a:t>
            </a:r>
            <a:r>
              <a:rPr dirty="0" sz="2450" spc="-6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processes.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2097160" name="object 4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8867775" y="981075"/>
            <a:ext cx="8572500" cy="7905750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object 2"/>
          <p:cNvSpPr txBox="1">
            <a:spLocks noGrp="1"/>
          </p:cNvSpPr>
          <p:nvPr>
            <p:ph type="title"/>
          </p:nvPr>
        </p:nvSpPr>
        <p:spPr>
          <a:xfrm>
            <a:off x="654367" y="559371"/>
            <a:ext cx="5882005" cy="3275965"/>
          </a:xfrm>
          <a:prstGeom prst="rect"/>
        </p:spPr>
        <p:txBody>
          <a:bodyPr bIns="0" lIns="0" rIns="0" rtlCol="0" tIns="216535" vert="horz" wrap="square">
            <a:spAutoFit/>
          </a:bodyPr>
          <a:p>
            <a:pPr marL="12700" marR="5080">
              <a:lnSpc>
                <a:spcPts val="8030"/>
              </a:lnSpc>
              <a:spcBef>
                <a:spcPts val="1705"/>
              </a:spcBef>
            </a:pPr>
            <a:r>
              <a:rPr dirty="0" spc="-405"/>
              <a:t>Advantages</a:t>
            </a:r>
            <a:r>
              <a:rPr dirty="0" spc="-145"/>
              <a:t> </a:t>
            </a:r>
            <a:r>
              <a:rPr dirty="0" spc="-25"/>
              <a:t>of </a:t>
            </a:r>
            <a:r>
              <a:rPr dirty="0" spc="-380"/>
              <a:t>E-</a:t>
            </a:r>
            <a:r>
              <a:rPr dirty="0" spc="-400"/>
              <a:t>Governance</a:t>
            </a:r>
          </a:p>
        </p:txBody>
      </p:sp>
      <p:sp>
        <p:nvSpPr>
          <p:cNvPr id="1048606" name="object 3" descr=""/>
          <p:cNvSpPr txBox="1"/>
          <p:nvPr/>
        </p:nvSpPr>
        <p:spPr>
          <a:xfrm>
            <a:off x="924560" y="3899089"/>
            <a:ext cx="3890645" cy="2153285"/>
          </a:xfrm>
          <a:prstGeom prst="rect"/>
        </p:spPr>
        <p:txBody>
          <a:bodyPr bIns="0" lIns="0" rIns="0" rtlCol="0" tIns="86360" vert="horz" wrap="square">
            <a:spAutoFit/>
          </a:bodyPr>
          <a:p>
            <a:pPr indent="-269240" marL="281940">
              <a:lnSpc>
                <a:spcPct val="100000"/>
              </a:lnSpc>
              <a:spcBef>
                <a:spcPts val="680"/>
              </a:spcBef>
              <a:buChar char="•"/>
              <a:tabLst>
                <a:tab algn="l" pos="281940"/>
              </a:tabLst>
            </a:pP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Transparency</a:t>
            </a:r>
            <a:endParaRPr sz="2450">
              <a:latin typeface="Arial MT"/>
              <a:cs typeface="Arial MT"/>
            </a:endParaRPr>
          </a:p>
          <a:p>
            <a:pPr indent="-269240" marL="281940">
              <a:lnSpc>
                <a:spcPct val="100000"/>
              </a:lnSpc>
              <a:spcBef>
                <a:spcPts val="585"/>
              </a:spcBef>
              <a:buChar char="•"/>
              <a:tabLst>
                <a:tab algn="l" pos="281940"/>
              </a:tabLst>
            </a:pP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Efficient</a:t>
            </a:r>
            <a:r>
              <a:rPr dirty="0" sz="2450" spc="-13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service</a:t>
            </a:r>
            <a:r>
              <a:rPr dirty="0" sz="2450" spc="-14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delivery</a:t>
            </a:r>
            <a:endParaRPr sz="2450">
              <a:latin typeface="Arial MT"/>
              <a:cs typeface="Arial MT"/>
            </a:endParaRPr>
          </a:p>
          <a:p>
            <a:pPr indent="-269240" marL="281940">
              <a:lnSpc>
                <a:spcPct val="100000"/>
              </a:lnSpc>
              <a:spcBef>
                <a:spcPts val="590"/>
              </a:spcBef>
              <a:buChar char="•"/>
              <a:tabLst>
                <a:tab algn="l" pos="281940"/>
              </a:tabLst>
            </a:pPr>
            <a:r>
              <a:rPr dirty="0" sz="2450" spc="-35">
                <a:solidFill>
                  <a:srgbClr val="1E1C1C"/>
                </a:solidFill>
                <a:latin typeface="Arial MT"/>
                <a:cs typeface="Arial MT"/>
              </a:rPr>
              <a:t>Improved</a:t>
            </a:r>
            <a:r>
              <a:rPr dirty="0" sz="2450" spc="-11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accessibility</a:t>
            </a:r>
            <a:endParaRPr sz="2450">
              <a:latin typeface="Arial MT"/>
              <a:cs typeface="Arial MT"/>
            </a:endParaRPr>
          </a:p>
          <a:p>
            <a:pPr indent="-269240" marL="281940">
              <a:lnSpc>
                <a:spcPct val="100000"/>
              </a:lnSpc>
              <a:spcBef>
                <a:spcPts val="515"/>
              </a:spcBef>
              <a:buChar char="•"/>
              <a:tabLst>
                <a:tab algn="l" pos="281940"/>
              </a:tabLst>
            </a:pP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24/7</a:t>
            </a:r>
            <a:r>
              <a:rPr dirty="0" sz="2450" spc="-7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1E1C1C"/>
                </a:solidFill>
                <a:latin typeface="Arial MT"/>
                <a:cs typeface="Arial MT"/>
              </a:rPr>
              <a:t>availability</a:t>
            </a:r>
            <a:r>
              <a:rPr dirty="0" sz="2450" spc="-15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of</a:t>
            </a:r>
            <a:r>
              <a:rPr dirty="0" sz="2450" spc="-13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services</a:t>
            </a:r>
            <a:endParaRPr sz="2450">
              <a:latin typeface="Arial MT"/>
              <a:cs typeface="Arial MT"/>
            </a:endParaRPr>
          </a:p>
          <a:p>
            <a:pPr indent="-269240" marL="281940">
              <a:lnSpc>
                <a:spcPct val="100000"/>
              </a:lnSpc>
              <a:spcBef>
                <a:spcPts val="585"/>
              </a:spcBef>
              <a:buChar char="•"/>
              <a:tabLst>
                <a:tab algn="l" pos="281940"/>
              </a:tabLst>
            </a:pP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Better</a:t>
            </a:r>
            <a:r>
              <a:rPr dirty="0" sz="2450" spc="-14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data</a:t>
            </a:r>
            <a:r>
              <a:rPr dirty="0" sz="2450" spc="-16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management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2097161" name="object 4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8515350" y="800100"/>
            <a:ext cx="8848725" cy="8039100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object 2"/>
          <p:cNvSpPr txBox="1">
            <a:spLocks noGrp="1"/>
          </p:cNvSpPr>
          <p:nvPr>
            <p:ph type="title"/>
          </p:nvPr>
        </p:nvSpPr>
        <p:spPr>
          <a:xfrm>
            <a:off x="654367" y="559371"/>
            <a:ext cx="4616450" cy="12103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375"/>
              <a:t>Conclusion</a:t>
            </a:r>
          </a:p>
        </p:txBody>
      </p:sp>
      <p:sp>
        <p:nvSpPr>
          <p:cNvPr id="1048608" name="object 3" descr=""/>
          <p:cNvSpPr txBox="1"/>
          <p:nvPr/>
        </p:nvSpPr>
        <p:spPr>
          <a:xfrm>
            <a:off x="654367" y="2512630"/>
            <a:ext cx="6666865" cy="2136902"/>
          </a:xfrm>
          <a:prstGeom prst="rect"/>
        </p:spPr>
        <p:txBody>
          <a:bodyPr bIns="0" lIns="0" rIns="0" rtlCol="0" tIns="13970" vert="horz" wrap="square">
            <a:spAutoFit/>
          </a:bodyPr>
          <a:p>
            <a:pPr marL="12700" marR="5080">
              <a:lnSpc>
                <a:spcPct val="119400"/>
              </a:lnSpc>
              <a:spcBef>
                <a:spcPts val="110"/>
              </a:spcBef>
            </a:pP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The</a:t>
            </a:r>
            <a:r>
              <a:rPr dirty="0" sz="2450" spc="-18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future</a:t>
            </a:r>
            <a:r>
              <a:rPr dirty="0" sz="2450" spc="-14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of</a:t>
            </a:r>
            <a:r>
              <a:rPr dirty="0" sz="2450" spc="-17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e-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commerce,</a:t>
            </a:r>
            <a:r>
              <a:rPr dirty="0" sz="2450" spc="-12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1E1C1C"/>
                </a:solidFill>
                <a:latin typeface="Arial MT"/>
                <a:cs typeface="Arial MT"/>
              </a:rPr>
              <a:t>e-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medicine,</a:t>
            </a:r>
            <a:r>
              <a:rPr dirty="0" sz="2450" spc="-11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and</a:t>
            </a:r>
            <a:r>
              <a:rPr dirty="0" sz="2450" spc="-8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e- </a:t>
            </a:r>
            <a:r>
              <a:rPr dirty="0" sz="2450" spc="-35">
                <a:solidFill>
                  <a:srgbClr val="1E1C1C"/>
                </a:solidFill>
                <a:latin typeface="Arial MT"/>
                <a:cs typeface="Arial MT"/>
              </a:rPr>
              <a:t>governance</a:t>
            </a:r>
            <a:r>
              <a:rPr dirty="0" sz="2450" spc="-9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promises</a:t>
            </a:r>
            <a:r>
              <a:rPr dirty="0" sz="2450" spc="-1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b="1" dirty="0" sz="2450">
                <a:solidFill>
                  <a:srgbClr val="1E1C1C"/>
                </a:solidFill>
                <a:latin typeface="Arial"/>
                <a:cs typeface="Arial"/>
              </a:rPr>
              <a:t>enhanced</a:t>
            </a:r>
            <a:r>
              <a:rPr b="1" dirty="0" sz="2450" spc="-100">
                <a:solidFill>
                  <a:srgbClr val="1E1C1C"/>
                </a:solidFill>
                <a:latin typeface="Arial"/>
                <a:cs typeface="Arial"/>
              </a:rPr>
              <a:t> </a:t>
            </a:r>
            <a:r>
              <a:rPr b="1" dirty="0" sz="2450" spc="-10">
                <a:solidFill>
                  <a:srgbClr val="1E1C1C"/>
                </a:solidFill>
                <a:latin typeface="Arial"/>
                <a:cs typeface="Arial"/>
              </a:rPr>
              <a:t>accessibility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and</a:t>
            </a:r>
            <a:r>
              <a:rPr dirty="0" sz="2450" spc="-114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45">
                <a:solidFill>
                  <a:srgbClr val="1E1C1C"/>
                </a:solidFill>
                <a:latin typeface="Arial MT"/>
                <a:cs typeface="Arial MT"/>
              </a:rPr>
              <a:t>convenience.</a:t>
            </a:r>
            <a:r>
              <a:rPr dirty="0" sz="2450" spc="-22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As</a:t>
            </a:r>
            <a:r>
              <a:rPr dirty="0" sz="2450" spc="-17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we</a:t>
            </a:r>
            <a:r>
              <a:rPr dirty="0" sz="2450" spc="-15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Arial MT"/>
                <a:cs typeface="Arial MT"/>
              </a:rPr>
              <a:t>advance</a:t>
            </a:r>
            <a:r>
              <a:rPr dirty="0" sz="2450" spc="-7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technologically,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we</a:t>
            </a:r>
            <a:r>
              <a:rPr dirty="0" sz="2450" spc="-11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must</a:t>
            </a:r>
            <a:r>
              <a:rPr dirty="0" sz="2450" spc="-17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5">
                <a:solidFill>
                  <a:srgbClr val="1E1C1C"/>
                </a:solidFill>
                <a:latin typeface="Arial MT"/>
                <a:cs typeface="Arial MT"/>
              </a:rPr>
              <a:t>prioritize</a:t>
            </a:r>
            <a:r>
              <a:rPr dirty="0" sz="2450" spc="-12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b="1" dirty="0" sz="2450">
                <a:solidFill>
                  <a:srgbClr val="1E1C1C"/>
                </a:solidFill>
                <a:latin typeface="Arial"/>
                <a:cs typeface="Arial"/>
              </a:rPr>
              <a:t>responsible</a:t>
            </a:r>
            <a:r>
              <a:rPr b="1" dirty="0" sz="2450" spc="-85">
                <a:solidFill>
                  <a:srgbClr val="1E1C1C"/>
                </a:solidFill>
                <a:latin typeface="Arial"/>
                <a:cs typeface="Arial"/>
              </a:rPr>
              <a:t> </a:t>
            </a:r>
            <a:r>
              <a:rPr b="1" dirty="0" sz="2450">
                <a:solidFill>
                  <a:srgbClr val="1E1C1C"/>
                </a:solidFill>
                <a:latin typeface="Arial"/>
                <a:cs typeface="Arial"/>
              </a:rPr>
              <a:t>use</a:t>
            </a:r>
            <a:r>
              <a:rPr b="1" dirty="0" sz="2450" spc="-130">
                <a:solidFill>
                  <a:srgbClr val="1E1C1C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to</a:t>
            </a:r>
            <a:r>
              <a:rPr dirty="0" sz="2450" spc="-12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foster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inclusion</a:t>
            </a:r>
            <a:r>
              <a:rPr dirty="0" sz="2450" spc="-11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1E1C1C"/>
                </a:solidFill>
                <a:latin typeface="Arial MT"/>
                <a:cs typeface="Arial MT"/>
              </a:rPr>
              <a:t>and</a:t>
            </a:r>
            <a:r>
              <a:rPr dirty="0" sz="2450" spc="-15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35">
                <a:solidFill>
                  <a:srgbClr val="1E1C1C"/>
                </a:solidFill>
                <a:latin typeface="Arial MT"/>
                <a:cs typeface="Arial MT"/>
              </a:rPr>
              <a:t>innovation</a:t>
            </a:r>
            <a:r>
              <a:rPr dirty="0" sz="2450" spc="-1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Arial MT"/>
                <a:cs typeface="Arial MT"/>
              </a:rPr>
              <a:t>across</a:t>
            </a:r>
            <a:r>
              <a:rPr dirty="0" sz="2450" spc="-2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E1C1C"/>
                </a:solidFill>
                <a:latin typeface="Arial MT"/>
                <a:cs typeface="Arial MT"/>
              </a:rPr>
              <a:t>all</a:t>
            </a:r>
            <a:r>
              <a:rPr dirty="0" sz="2450" spc="-10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Arial MT"/>
                <a:cs typeface="Arial MT"/>
              </a:rPr>
              <a:t>sectors.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2097162" name="object 4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8067675" y="485775"/>
            <a:ext cx="9010650" cy="8943975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object 2" descr=""/>
          <p:cNvSpPr txBox="1"/>
          <p:nvPr/>
        </p:nvSpPr>
        <p:spPr>
          <a:xfrm>
            <a:off x="9296018" y="4315460"/>
            <a:ext cx="8341995" cy="2221230"/>
          </a:xfrm>
          <a:prstGeom prst="rect"/>
        </p:spPr>
        <p:txBody>
          <a:bodyPr bIns="0" lIns="0" rIns="0" rtlCol="0" tIns="11430" vert="horz" wrap="square">
            <a:spAutoFit/>
          </a:bodyPr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950" spc="-1385">
                <a:solidFill>
                  <a:srgbClr val="1E1C1C"/>
                </a:solidFill>
                <a:latin typeface="Georgia"/>
                <a:cs typeface="Georgia"/>
              </a:rPr>
              <a:t>T</a:t>
            </a:r>
            <a:r>
              <a:rPr dirty="0" sz="14950" spc="-1310">
                <a:solidFill>
                  <a:srgbClr val="1E1C1C"/>
                </a:solidFill>
                <a:latin typeface="Georgia"/>
                <a:cs typeface="Georgia"/>
              </a:rPr>
              <a:t>h</a:t>
            </a:r>
            <a:r>
              <a:rPr dirty="0" sz="14950" spc="-1450">
                <a:solidFill>
                  <a:srgbClr val="1E1C1C"/>
                </a:solidFill>
                <a:latin typeface="Georgia"/>
                <a:cs typeface="Georgia"/>
              </a:rPr>
              <a:t>a</a:t>
            </a:r>
            <a:r>
              <a:rPr dirty="0" sz="14950" spc="-1370">
                <a:solidFill>
                  <a:srgbClr val="1E1C1C"/>
                </a:solidFill>
                <a:latin typeface="Georgia"/>
                <a:cs typeface="Georgia"/>
              </a:rPr>
              <a:t>n</a:t>
            </a:r>
            <a:r>
              <a:rPr dirty="0" sz="14950" spc="-800">
                <a:solidFill>
                  <a:srgbClr val="1E1C1C"/>
                </a:solidFill>
                <a:latin typeface="Georgia"/>
                <a:cs typeface="Georgia"/>
              </a:rPr>
              <a:t>k</a:t>
            </a:r>
            <a:r>
              <a:rPr dirty="0" sz="14950" spc="-1275">
                <a:solidFill>
                  <a:srgbClr val="1E1C1C"/>
                </a:solidFill>
                <a:latin typeface="Georgia"/>
                <a:cs typeface="Georgia"/>
              </a:rPr>
              <a:t> </a:t>
            </a:r>
            <a:r>
              <a:rPr dirty="0" sz="14950" spc="-1190">
                <a:solidFill>
                  <a:srgbClr val="1E1C1C"/>
                </a:solidFill>
                <a:latin typeface="Georgia"/>
                <a:cs typeface="Georgia"/>
              </a:rPr>
              <a:t>Y</a:t>
            </a:r>
            <a:r>
              <a:rPr dirty="0" sz="14950" spc="-1185">
                <a:solidFill>
                  <a:srgbClr val="1E1C1C"/>
                </a:solidFill>
                <a:latin typeface="Georgia"/>
                <a:cs typeface="Georgia"/>
              </a:rPr>
              <a:t>o</a:t>
            </a:r>
            <a:r>
              <a:rPr dirty="0" sz="14950" spc="-1160">
                <a:solidFill>
                  <a:srgbClr val="1E1C1C"/>
                </a:solidFill>
                <a:latin typeface="Georgia"/>
                <a:cs typeface="Georgia"/>
              </a:rPr>
              <a:t>u</a:t>
            </a:r>
            <a:r>
              <a:rPr dirty="0" sz="14950" spc="-595">
                <a:solidFill>
                  <a:srgbClr val="1E1C1C"/>
                </a:solidFill>
                <a:latin typeface="Georgia"/>
                <a:cs typeface="Georgia"/>
              </a:rPr>
              <a:t>!</a:t>
            </a:r>
            <a:endParaRPr sz="1495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 dir="l" isContent="0" isInverted="0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23122PCD1G</dc:creator>
  <dcterms:created xsi:type="dcterms:W3CDTF">2026-02-04T15:19:47Z</dcterms:created>
  <dcterms:modified xsi:type="dcterms:W3CDTF">2026-02-05T02:58:14Z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LastSaved">
    <vt:filetime>2026-02-05T00:00:00Z</vt:filetime>
  </property>
  <property fmtid="{D5CDD505-2E9C-101B-9397-08002B2CF9AE}" pid="4" name="ICV">
    <vt:lpwstr>bfcd087e1dd84a078682e2454768da4a</vt:lpwstr>
  </property>
</Properties>
</file>